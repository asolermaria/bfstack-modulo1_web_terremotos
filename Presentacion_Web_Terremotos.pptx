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5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731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86325"/>
            <a:ext cx="91440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365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Web Terremotos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</a:rPr>
              <a:t>Página 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9377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Tecnologías Utilizadas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34F26"/>
            </a:solidFill>
            <a:prstDash val="solid"/>
          </a:ln>
          <a:effectLst>
            <a:outerShdw blurRad="63500" dist="508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645920"/>
            <a:ext cx="2560320" cy="365760"/>
          </a:xfrm>
          <a:prstGeom prst="rect">
            <a:avLst/>
          </a:prstGeom>
          <a:solidFill>
            <a:srgbClr val="E34F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HTML5 &amp; CSS3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Estructura semántica y diseño visual responsive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64592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DF1E"/>
            </a:solidFill>
            <a:prstDash val="solid"/>
          </a:ln>
          <a:effectLst>
            <a:outerShdw blurRad="63500" dist="508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645920"/>
            <a:ext cx="2560320" cy="36576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JavaScript (ES6)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Lógica, manipulación del DOM y asincronía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64592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99900"/>
            </a:solidFill>
            <a:prstDash val="solid"/>
          </a:ln>
          <a:effectLst>
            <a:outerShdw blurRad="63500" dist="508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645920"/>
            <a:ext cx="2560320" cy="365760"/>
          </a:xfrm>
          <a:prstGeom prst="rect">
            <a:avLst/>
          </a:prstGeom>
          <a:solidFill>
            <a:srgbClr val="19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Leaflet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2103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Mapas interactivos y capas geoespaciales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347472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A28"/>
            </a:solidFill>
            <a:prstDash val="solid"/>
          </a:ln>
          <a:effectLst>
            <a:outerShdw blurRad="63500" dist="508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0" y="3474720"/>
            <a:ext cx="2560320" cy="365760"/>
          </a:xfrm>
          <a:prstGeom prst="rect">
            <a:avLst/>
          </a:prstGeom>
          <a:solidFill>
            <a:srgbClr val="FFCA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Firebase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3931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Autenticación (Auth) y base de datos (Firestore)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47472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4285F4"/>
            </a:solidFill>
            <a:prstDash val="solid"/>
          </a:ln>
          <a:effectLst>
            <a:outerShdw blurRad="63500" dist="508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474720"/>
            <a:ext cx="2560320" cy="3657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USGS API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3931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Consumo de API pública de terremotos en tiempo real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987385" y="4899821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1F22A366-2642-1B3A-2E07-4129BE192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39" y="1188719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SS3 Logo PNG Transparent &amp; SVG Vector - Freebie Supply">
            <a:extLst>
              <a:ext uri="{FF2B5EF4-FFF2-40B4-BE49-F238E27FC236}">
                <a16:creationId xmlns:a16="http://schemas.microsoft.com/office/drawing/2014/main" id="{37A1945E-B145-959B-7A21-9768F14A5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447" y="117465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javascript logo png, javascript icono transparente png 27127463 PNG">
            <a:extLst>
              <a:ext uri="{FF2B5EF4-FFF2-40B4-BE49-F238E27FC236}">
                <a16:creationId xmlns:a16="http://schemas.microsoft.com/office/drawing/2014/main" id="{9A33D38E-D00D-3FBB-EEB9-AAE1CBCDA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896" y="1215288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1A066A7A-E8A3-6C97-D4C1-A0EB8BAC0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216" y="1289453"/>
            <a:ext cx="1341992" cy="35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Firebase | Google's Mobile and Web App Development Platform">
            <a:extLst>
              <a:ext uri="{FF2B5EF4-FFF2-40B4-BE49-F238E27FC236}">
                <a16:creationId xmlns:a16="http://schemas.microsoft.com/office/drawing/2014/main" id="{4C6623E3-CA57-7866-6F5F-DC67F21F0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387" y="3038222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Api - Iconos gratis de computadora">
            <a:extLst>
              <a:ext uri="{FF2B5EF4-FFF2-40B4-BE49-F238E27FC236}">
                <a16:creationId xmlns:a16="http://schemas.microsoft.com/office/drawing/2014/main" id="{0F286C36-3D8A-0B67-0C27-2E9928D31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882" y="3065450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Funcionalidades y Estado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6CB0"/>
                </a:solidFill>
              </a:rPr>
              <a:t>Checklist de Funcionalidades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✓"/>
            </a:pPr>
            <a:r>
              <a:rPr lang="en-US" sz="1800" dirty="0">
                <a:solidFill>
                  <a:srgbClr val="4A5568"/>
                </a:solidFill>
              </a:rPr>
              <a:t>Visualización de terremotos globales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✓"/>
            </a:pPr>
            <a:r>
              <a:rPr lang="en-US" sz="1800" dirty="0">
                <a:solidFill>
                  <a:srgbClr val="4A5568"/>
                </a:solidFill>
              </a:rPr>
              <a:t>Filtrado avanzado (magnitud y fechas)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✓"/>
            </a:pPr>
            <a:r>
              <a:rPr lang="en-US" sz="1800" dirty="0">
                <a:solidFill>
                  <a:srgbClr val="4A5568"/>
                </a:solidFill>
              </a:rPr>
              <a:t>Autenticación de usuarios (Login/Registro)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✓"/>
            </a:pPr>
            <a:r>
              <a:rPr lang="en-US" sz="1800" dirty="0">
                <a:solidFill>
                  <a:srgbClr val="4A5568"/>
                </a:solidFill>
              </a:rPr>
              <a:t>Gestión de terremotos favoritos (Firestore)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0" y="164592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0" y="1828800"/>
            <a:ext cx="1828800" cy="1828800"/>
          </a:xfrm>
          <a:prstGeom prst="donut">
            <a:avLst/>
          </a:prstGeom>
          <a:solidFill>
            <a:srgbClr val="38A169"/>
          </a:solidFill>
          <a:ln/>
        </p:spPr>
      </p:sp>
      <p:sp>
        <p:nvSpPr>
          <p:cNvPr id="7" name="Shape 5"/>
          <p:cNvSpPr/>
          <p:nvPr/>
        </p:nvSpPr>
        <p:spPr>
          <a:xfrm>
            <a:off x="6629400" y="205740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057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A169"/>
                </a:solidFill>
              </a:rPr>
              <a:t>95%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</a:rPr>
              <a:t>Proyecto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</a:rPr>
              <a:t>Completado</a:t>
            </a:r>
            <a:endParaRPr lang="en-US" sz="1400" dirty="0"/>
          </a:p>
        </p:txBody>
      </p:sp>
      <p:sp>
        <p:nvSpPr>
          <p:cNvPr id="10" name="Slide Number Placeholder 0">
            <a:extLst>
              <a:ext uri="{FF2B5EF4-FFF2-40B4-BE49-F238E27FC236}">
                <a16:creationId xmlns:a16="http://schemas.microsoft.com/office/drawing/2014/main" id="{02F4A068-B913-925A-31B8-65CA81CF1F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87385" y="4899821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Roadmap: Futuras Mejoras</a:t>
            </a:r>
            <a:endParaRPr lang="en-US" sz="3200" dirty="0"/>
          </a:p>
        </p:txBody>
      </p:sp>
      <p:sp>
        <p:nvSpPr>
          <p:cNvPr id="15" name="Slide Number Placeholder 0">
            <a:extLst>
              <a:ext uri="{FF2B5EF4-FFF2-40B4-BE49-F238E27FC236}">
                <a16:creationId xmlns:a16="http://schemas.microsoft.com/office/drawing/2014/main" id="{1FA20E69-14C6-4911-197F-1C92B37B1A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87385" y="4899821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9029E40C-F2C8-0372-3944-9869824FE6DB}"/>
              </a:ext>
            </a:extLst>
          </p:cNvPr>
          <p:cNvSpPr/>
          <p:nvPr/>
        </p:nvSpPr>
        <p:spPr>
          <a:xfrm>
            <a:off x="457199" y="2011680"/>
            <a:ext cx="7796719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Font typeface="Wingdings" panose="05000000000000000000" pitchFamily="2" charset="2"/>
              <a:buChar char="q"/>
            </a:pPr>
            <a:r>
              <a:rPr lang="es-ES" sz="1800" noProof="0" dirty="0">
                <a:solidFill>
                  <a:srgbClr val="4A5568"/>
                </a:solidFill>
              </a:rPr>
              <a:t>Añadir funcionalidad eliminar terremoto favorito de usuario</a:t>
            </a:r>
          </a:p>
          <a:p>
            <a:pPr marL="342900" indent="-342900">
              <a:lnSpc>
                <a:spcPts val="3500"/>
              </a:lnSpc>
              <a:buSzPct val="100000"/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4A5568"/>
                </a:solidFill>
              </a:rPr>
              <a:t>Añadir funcionalidad borrar filtros del Mapa 2</a:t>
            </a:r>
            <a:endParaRPr lang="es-ES" sz="1800" noProof="0" dirty="0">
              <a:solidFill>
                <a:srgbClr val="4A5568"/>
              </a:solidFill>
            </a:endParaRPr>
          </a:p>
          <a:p>
            <a:pPr marL="342900" indent="-342900">
              <a:lnSpc>
                <a:spcPts val="3500"/>
              </a:lnSpc>
              <a:buSzPct val="100000"/>
              <a:buFont typeface="Wingdings" panose="05000000000000000000" pitchFamily="2" charset="2"/>
              <a:buChar char="q"/>
            </a:pPr>
            <a:r>
              <a:rPr lang="es-ES" sz="1800" noProof="0" dirty="0">
                <a:solidFill>
                  <a:srgbClr val="4A5568"/>
                </a:solidFill>
              </a:rPr>
              <a:t>Añadir animaciones </a:t>
            </a:r>
            <a:r>
              <a:rPr lang="es-ES" noProof="0" dirty="0">
                <a:solidFill>
                  <a:srgbClr val="4A5568"/>
                </a:solidFill>
              </a:rPr>
              <a:t>visuales de carga</a:t>
            </a:r>
          </a:p>
          <a:p>
            <a:pPr marL="342900" indent="-342900">
              <a:lnSpc>
                <a:spcPts val="3500"/>
              </a:lnSpc>
              <a:buSzPct val="100000"/>
              <a:buFont typeface="Wingdings" panose="05000000000000000000" pitchFamily="2" charset="2"/>
              <a:buChar char="q"/>
            </a:pPr>
            <a:r>
              <a:rPr lang="es-ES" sz="1800" noProof="0" dirty="0">
                <a:solidFill>
                  <a:srgbClr val="4A5568"/>
                </a:solidFill>
              </a:rPr>
              <a:t>Mejorar estilos CSS</a:t>
            </a:r>
          </a:p>
          <a:p>
            <a:pPr>
              <a:lnSpc>
                <a:spcPts val="3500"/>
              </a:lnSpc>
              <a:buSzPct val="100000"/>
            </a:pPr>
            <a:endParaRPr lang="es-ES" sz="1800" noProof="0" dirty="0">
              <a:solidFill>
                <a:srgbClr val="4A5568"/>
              </a:solidFill>
            </a:endParaRPr>
          </a:p>
          <a:p>
            <a:pPr marL="342900" indent="-342900">
              <a:lnSpc>
                <a:spcPts val="3500"/>
              </a:lnSpc>
              <a:buSzPct val="100000"/>
              <a:buFont typeface="Wingdings" panose="05000000000000000000" pitchFamily="2" charset="2"/>
              <a:buChar char="q"/>
            </a:pPr>
            <a:endParaRPr lang="es-ES" sz="18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119</Words>
  <Application>Microsoft Office PowerPoint</Application>
  <PresentationFormat>On-screen Show (16:9)</PresentationFormat>
  <Paragraphs>31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>Web Terremotos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Web Terremotos</dc:title>
  <dc:subject>PptxGenJS Presentation</dc:subject>
  <dc:creator>Antonio Soler Maria</dc:creator>
  <cp:lastModifiedBy>Antonio Soler</cp:lastModifiedBy>
  <cp:revision>5</cp:revision>
  <dcterms:created xsi:type="dcterms:W3CDTF">2026-03-26T21:06:23Z</dcterms:created>
  <dcterms:modified xsi:type="dcterms:W3CDTF">2026-03-26T21:30:06Z</dcterms:modified>
</cp:coreProperties>
</file>